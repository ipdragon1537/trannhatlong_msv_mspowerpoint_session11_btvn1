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5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5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5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1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70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8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06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7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6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8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8343B-0D44-4A03-A55C-D0E51CDDBBC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B1316-9302-4B99-A706-5390581B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1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41542" y="1122363"/>
            <a:ext cx="8226458" cy="1074082"/>
          </a:xfrm>
        </p:spPr>
        <p:txBody>
          <a:bodyPr/>
          <a:lstStyle/>
          <a:p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minh </a:t>
            </a:r>
            <a:r>
              <a:rPr lang="en-US" dirty="0" err="1" smtClean="0"/>
              <a:t>họa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895" y="2385818"/>
            <a:ext cx="7924800" cy="4163616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141402" y="3431357"/>
            <a:ext cx="2450969" cy="1366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2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Hình ảnh minh họa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Hình ảnh minh họa</dc:title>
  <dc:creator>Admin</dc:creator>
  <cp:lastModifiedBy>Admin</cp:lastModifiedBy>
  <cp:revision>2</cp:revision>
  <dcterms:created xsi:type="dcterms:W3CDTF">2025-09-29T08:31:11Z</dcterms:created>
  <dcterms:modified xsi:type="dcterms:W3CDTF">2025-10-01T02:02:57Z</dcterms:modified>
</cp:coreProperties>
</file>