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91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2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0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8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8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0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2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8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3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1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7943D-3D0E-4ED0-ADA0-AE0ED043B8D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21F66-F1F4-418B-845B-C5E592CD6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7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Powerpoint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75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Bài tập Powerpoint 2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tập Powerpoint 2</dc:title>
  <dc:creator>Admin</dc:creator>
  <cp:lastModifiedBy>Admin</cp:lastModifiedBy>
  <cp:revision>2</cp:revision>
  <dcterms:created xsi:type="dcterms:W3CDTF">2025-09-29T08:23:31Z</dcterms:created>
  <dcterms:modified xsi:type="dcterms:W3CDTF">2025-09-29T08:25:30Z</dcterms:modified>
</cp:coreProperties>
</file>