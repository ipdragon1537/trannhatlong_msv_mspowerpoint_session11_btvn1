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B85DB-82AB-4EB2-BC84-8AF6E2B15C2B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410D-3CF9-43E2-B00C-6737E05C0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933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B85DB-82AB-4EB2-BC84-8AF6E2B15C2B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410D-3CF9-43E2-B00C-6737E05C0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328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B85DB-82AB-4EB2-BC84-8AF6E2B15C2B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410D-3CF9-43E2-B00C-6737E05C0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25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B85DB-82AB-4EB2-BC84-8AF6E2B15C2B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410D-3CF9-43E2-B00C-6737E05C0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630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B85DB-82AB-4EB2-BC84-8AF6E2B15C2B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410D-3CF9-43E2-B00C-6737E05C0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770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B85DB-82AB-4EB2-BC84-8AF6E2B15C2B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410D-3CF9-43E2-B00C-6737E05C0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499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B85DB-82AB-4EB2-BC84-8AF6E2B15C2B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410D-3CF9-43E2-B00C-6737E05C0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291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B85DB-82AB-4EB2-BC84-8AF6E2B15C2B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410D-3CF9-43E2-B00C-6737E05C0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116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B85DB-82AB-4EB2-BC84-8AF6E2B15C2B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410D-3CF9-43E2-B00C-6737E05C0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368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B85DB-82AB-4EB2-BC84-8AF6E2B15C2B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410D-3CF9-43E2-B00C-6737E05C0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470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B85DB-82AB-4EB2-BC84-8AF6E2B15C2B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410D-3CF9-43E2-B00C-6737E05C0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540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3B85DB-82AB-4EB2-BC84-8AF6E2B15C2B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C410D-3CF9-43E2-B00C-6737E05C0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128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chiếu</a:t>
            </a:r>
            <a:r>
              <a:rPr lang="en-US" dirty="0" smtClean="0"/>
              <a:t> </a:t>
            </a:r>
            <a:r>
              <a:rPr lang="en-US" dirty="0" err="1" smtClean="0"/>
              <a:t>cá</a:t>
            </a:r>
            <a:r>
              <a:rPr lang="en-US" dirty="0" smtClean="0"/>
              <a:t> </a:t>
            </a:r>
            <a:r>
              <a:rPr lang="en-US" dirty="0" err="1" smtClean="0"/>
              <a:t>nhân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59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Họ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tên:Trần</a:t>
            </a:r>
            <a:r>
              <a:rPr lang="en-US" dirty="0" smtClean="0"/>
              <a:t> </a:t>
            </a:r>
            <a:r>
              <a:rPr lang="en-US" dirty="0" err="1" smtClean="0"/>
              <a:t>Nhật</a:t>
            </a:r>
            <a:r>
              <a:rPr lang="en-US" dirty="0" smtClean="0"/>
              <a:t> Long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04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Ngành</a:t>
            </a:r>
            <a:r>
              <a:rPr lang="en-US" dirty="0" smtClean="0"/>
              <a:t> </a:t>
            </a:r>
            <a:r>
              <a:rPr lang="en-US" dirty="0" err="1" smtClean="0"/>
              <a:t>học:Công</a:t>
            </a:r>
            <a:r>
              <a:rPr lang="en-US" dirty="0" smtClean="0"/>
              <a:t> </a:t>
            </a:r>
            <a:r>
              <a:rPr lang="en-US" dirty="0" err="1" smtClean="0"/>
              <a:t>nghệ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077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tiêu:Đỗ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400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18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Trình chiếu cá nhân</vt:lpstr>
      <vt:lpstr>Họ và tên:Trần Nhật Long</vt:lpstr>
      <vt:lpstr>Ngành học:Công nghệ thông tin</vt:lpstr>
      <vt:lpstr>Mục tiêu:Đỗ đại học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</cp:revision>
  <dcterms:created xsi:type="dcterms:W3CDTF">2025-09-29T08:25:48Z</dcterms:created>
  <dcterms:modified xsi:type="dcterms:W3CDTF">2025-10-01T01:59:50Z</dcterms:modified>
</cp:coreProperties>
</file>