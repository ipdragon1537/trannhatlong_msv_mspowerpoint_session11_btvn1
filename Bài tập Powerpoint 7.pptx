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9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2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4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03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62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5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97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61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0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EE7EA-83A4-4AEE-BB6D-6579B4FA854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31CB7-F2BA-43A3-B9D0-BCD43CC4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544488736_24668646099463185_8674328446427696465_n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34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95101" y="1179135"/>
            <a:ext cx="36576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5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2025-10-01T03:24:40Z</dcterms:created>
  <dcterms:modified xsi:type="dcterms:W3CDTF">2025-10-01T03:25:02Z</dcterms:modified>
</cp:coreProperties>
</file>