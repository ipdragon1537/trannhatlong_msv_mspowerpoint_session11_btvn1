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39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4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6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7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7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6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3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3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9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D1C25-0DB6-4595-9799-78838DFABE0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21ACD-04B8-483C-9ED7-05D64619F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ytuhjvhgdrdyfkhvgv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625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gfytftyytddtfdfgch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2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hgkbguyguyhvbgcfhjgjm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17625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62112"/>
            <a:ext cx="97536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2315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ytuhjvhgdrdyfkhvgv</vt:lpstr>
      <vt:lpstr>gfytftyytddtfdfgch</vt:lpstr>
      <vt:lpstr>hgkbguyguyhvbgcfhjgjm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ytuhjvhgdrdyfkhvgv</dc:title>
  <dc:creator>Admin</dc:creator>
  <cp:lastModifiedBy>Admin</cp:lastModifiedBy>
  <cp:revision>2</cp:revision>
  <dcterms:created xsi:type="dcterms:W3CDTF">2025-09-29T08:32:39Z</dcterms:created>
  <dcterms:modified xsi:type="dcterms:W3CDTF">2025-10-01T02:08:54Z</dcterms:modified>
</cp:coreProperties>
</file>