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91299D-F28C-4E72-9BD9-E62BBB6CAEAE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F95C92-637E-4ED9-8C46-2B21166173A6}">
      <dgm:prSet phldrT="[Text]"/>
      <dgm:spPr/>
      <dgm:t>
        <a:bodyPr/>
        <a:lstStyle/>
        <a:p>
          <a:r>
            <a:rPr lang="en-US" dirty="0" err="1" smtClean="0"/>
            <a:t>Học</a:t>
          </a:r>
          <a:r>
            <a:rPr lang="en-US" dirty="0" smtClean="0"/>
            <a:t> </a:t>
          </a:r>
          <a:r>
            <a:rPr lang="en-US" dirty="0" err="1" smtClean="0"/>
            <a:t>tập</a:t>
          </a:r>
          <a:endParaRPr lang="en-US" dirty="0"/>
        </a:p>
      </dgm:t>
    </dgm:pt>
    <dgm:pt modelId="{CAE89ABF-6DE8-41E1-B5F4-4DF9599772F1}" type="parTrans" cxnId="{A632EF2E-57BD-4966-A467-2F3F9E9C6897}">
      <dgm:prSet/>
      <dgm:spPr/>
      <dgm:t>
        <a:bodyPr/>
        <a:lstStyle/>
        <a:p>
          <a:endParaRPr lang="en-US"/>
        </a:p>
      </dgm:t>
    </dgm:pt>
    <dgm:pt modelId="{66922103-22E4-444D-B306-A16521ADC5F1}" type="sibTrans" cxnId="{A632EF2E-57BD-4966-A467-2F3F9E9C6897}">
      <dgm:prSet/>
      <dgm:spPr/>
      <dgm:t>
        <a:bodyPr/>
        <a:lstStyle/>
        <a:p>
          <a:endParaRPr lang="en-US"/>
        </a:p>
      </dgm:t>
    </dgm:pt>
    <dgm:pt modelId="{044ABBC9-B4D5-4B55-A717-9937FE8B7A97}">
      <dgm:prSet phldrT="[Text]"/>
      <dgm:spPr/>
      <dgm:t>
        <a:bodyPr/>
        <a:lstStyle/>
        <a:p>
          <a:r>
            <a:rPr lang="en-US" dirty="0" err="1" smtClean="0"/>
            <a:t>Thực</a:t>
          </a:r>
          <a:r>
            <a:rPr lang="en-US" dirty="0" smtClean="0"/>
            <a:t> </a:t>
          </a:r>
          <a:r>
            <a:rPr lang="en-US" dirty="0" err="1" smtClean="0"/>
            <a:t>hành</a:t>
          </a:r>
          <a:endParaRPr lang="en-US" dirty="0"/>
        </a:p>
      </dgm:t>
    </dgm:pt>
    <dgm:pt modelId="{E7BDAF66-C993-4A65-86BF-73BC721C7AC6}" type="parTrans" cxnId="{DA1C97DD-AFD5-4CD4-8121-591C0E2CA929}">
      <dgm:prSet/>
      <dgm:spPr/>
      <dgm:t>
        <a:bodyPr/>
        <a:lstStyle/>
        <a:p>
          <a:endParaRPr lang="en-US"/>
        </a:p>
      </dgm:t>
    </dgm:pt>
    <dgm:pt modelId="{5AED0A01-000C-4B13-9771-002476D07123}" type="sibTrans" cxnId="{DA1C97DD-AFD5-4CD4-8121-591C0E2CA929}">
      <dgm:prSet/>
      <dgm:spPr/>
      <dgm:t>
        <a:bodyPr/>
        <a:lstStyle/>
        <a:p>
          <a:endParaRPr lang="en-US"/>
        </a:p>
      </dgm:t>
    </dgm:pt>
    <dgm:pt modelId="{6E241533-2DBE-4848-B89F-5FC4E5DA3DDF}">
      <dgm:prSet phldrT="[Text]"/>
      <dgm:spPr/>
      <dgm:t>
        <a:bodyPr/>
        <a:lstStyle/>
        <a:p>
          <a:r>
            <a:rPr lang="en-US" dirty="0" err="1" smtClean="0"/>
            <a:t>Đánh</a:t>
          </a:r>
          <a:r>
            <a:rPr lang="en-US" dirty="0" smtClean="0"/>
            <a:t> </a:t>
          </a:r>
          <a:r>
            <a:rPr lang="en-US" dirty="0" err="1" smtClean="0"/>
            <a:t>giá</a:t>
          </a:r>
          <a:endParaRPr lang="en-US" dirty="0"/>
        </a:p>
      </dgm:t>
    </dgm:pt>
    <dgm:pt modelId="{B65EA566-D559-48C8-9346-274A72DF037A}" type="parTrans" cxnId="{274AB78B-2D9A-4C4C-BFD6-DB169ACAF799}">
      <dgm:prSet/>
      <dgm:spPr/>
      <dgm:t>
        <a:bodyPr/>
        <a:lstStyle/>
        <a:p>
          <a:endParaRPr lang="en-US"/>
        </a:p>
      </dgm:t>
    </dgm:pt>
    <dgm:pt modelId="{2E76B885-8E5F-4808-929F-EE2E2E3F275E}" type="sibTrans" cxnId="{274AB78B-2D9A-4C4C-BFD6-DB169ACAF799}">
      <dgm:prSet/>
      <dgm:spPr/>
      <dgm:t>
        <a:bodyPr/>
        <a:lstStyle/>
        <a:p>
          <a:endParaRPr lang="en-US"/>
        </a:p>
      </dgm:t>
    </dgm:pt>
    <dgm:pt modelId="{F4DA5779-1339-4AD7-80E5-D7C32B7F81EA}">
      <dgm:prSet phldrT="[Text]"/>
      <dgm:spPr/>
      <dgm:t>
        <a:bodyPr/>
        <a:lstStyle/>
        <a:p>
          <a:r>
            <a:rPr lang="en-US" dirty="0" err="1" smtClean="0"/>
            <a:t>Phát</a:t>
          </a:r>
          <a:r>
            <a:rPr lang="en-US" dirty="0" smtClean="0"/>
            <a:t> </a:t>
          </a:r>
          <a:r>
            <a:rPr lang="en-US" dirty="0" err="1" smtClean="0"/>
            <a:t>triển</a:t>
          </a:r>
          <a:endParaRPr lang="en-US" dirty="0"/>
        </a:p>
      </dgm:t>
    </dgm:pt>
    <dgm:pt modelId="{B08AB22D-A76A-4D30-8C13-37EDE4852C84}" type="parTrans" cxnId="{F4563D79-E025-4BF0-BFFE-840492D04C6F}">
      <dgm:prSet/>
      <dgm:spPr/>
      <dgm:t>
        <a:bodyPr/>
        <a:lstStyle/>
        <a:p>
          <a:endParaRPr lang="en-US"/>
        </a:p>
      </dgm:t>
    </dgm:pt>
    <dgm:pt modelId="{6F84EBC2-6AB5-4AE4-B090-1229CF22041A}" type="sibTrans" cxnId="{F4563D79-E025-4BF0-BFFE-840492D04C6F}">
      <dgm:prSet/>
      <dgm:spPr/>
      <dgm:t>
        <a:bodyPr/>
        <a:lstStyle/>
        <a:p>
          <a:endParaRPr lang="en-US"/>
        </a:p>
      </dgm:t>
    </dgm:pt>
    <dgm:pt modelId="{660788C6-413D-439C-BB18-83FC2FC4C7D5}" type="pres">
      <dgm:prSet presAssocID="{0E91299D-F28C-4E72-9BD9-E62BBB6CAEAE}" presName="Name0" presStyleCnt="0">
        <dgm:presLayoutVars>
          <dgm:chMax val="7"/>
          <dgm:chPref val="5"/>
        </dgm:presLayoutVars>
      </dgm:prSet>
      <dgm:spPr/>
    </dgm:pt>
    <dgm:pt modelId="{15A2C74F-1509-44D2-B98D-C3DCB5840E4B}" type="pres">
      <dgm:prSet presAssocID="{0E91299D-F28C-4E72-9BD9-E62BBB6CAEAE}" presName="arrowNode" presStyleLbl="node1" presStyleIdx="0" presStyleCnt="1"/>
      <dgm:spPr/>
    </dgm:pt>
    <dgm:pt modelId="{45F67556-DAD8-417B-A9C0-C42BCB855BDA}" type="pres">
      <dgm:prSet presAssocID="{B2F95C92-637E-4ED9-8C46-2B21166173A6}" presName="txNode1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D7B911-18C4-4C25-AEA0-D3FC990954E5}" type="pres">
      <dgm:prSet presAssocID="{044ABBC9-B4D5-4B55-A717-9937FE8B7A97}" presName="txNode2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01E8EB-FE21-4B8E-917D-F240DD7E616A}" type="pres">
      <dgm:prSet presAssocID="{5AED0A01-000C-4B13-9771-002476D07123}" presName="dotNode2" presStyleCnt="0"/>
      <dgm:spPr/>
    </dgm:pt>
    <dgm:pt modelId="{F9D15C5E-4141-4A31-BF1D-415781A0A1A9}" type="pres">
      <dgm:prSet presAssocID="{5AED0A01-000C-4B13-9771-002476D07123}" presName="dotRepeatNode" presStyleLbl="fgShp" presStyleIdx="0" presStyleCnt="2"/>
      <dgm:spPr/>
    </dgm:pt>
    <dgm:pt modelId="{0867DF8E-FF49-4353-8BBF-28B845A2934D}" type="pres">
      <dgm:prSet presAssocID="{6E241533-2DBE-4848-B89F-5FC4E5DA3DDF}" presName="txNode3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2C877F-1CA6-4702-8840-87042B1CDF6D}" type="pres">
      <dgm:prSet presAssocID="{2E76B885-8E5F-4808-929F-EE2E2E3F275E}" presName="dotNode3" presStyleCnt="0"/>
      <dgm:spPr/>
    </dgm:pt>
    <dgm:pt modelId="{8E522CD0-D61F-423A-9940-20BE6552B66F}" type="pres">
      <dgm:prSet presAssocID="{2E76B885-8E5F-4808-929F-EE2E2E3F275E}" presName="dotRepeatNode" presStyleLbl="fgShp" presStyleIdx="1" presStyleCnt="2"/>
      <dgm:spPr/>
    </dgm:pt>
    <dgm:pt modelId="{C715E263-21AB-4BB4-B5BE-6D6FD6D9017E}" type="pres">
      <dgm:prSet presAssocID="{F4DA5779-1339-4AD7-80E5-D7C32B7F81EA}" presName="txNode4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A1C97DD-AFD5-4CD4-8121-591C0E2CA929}" srcId="{0E91299D-F28C-4E72-9BD9-E62BBB6CAEAE}" destId="{044ABBC9-B4D5-4B55-A717-9937FE8B7A97}" srcOrd="1" destOrd="0" parTransId="{E7BDAF66-C993-4A65-86BF-73BC721C7AC6}" sibTransId="{5AED0A01-000C-4B13-9771-002476D07123}"/>
    <dgm:cxn modelId="{2BBE2E48-67F5-4AE6-BED4-FB8D1C42F065}" type="presOf" srcId="{B2F95C92-637E-4ED9-8C46-2B21166173A6}" destId="{45F67556-DAD8-417B-A9C0-C42BCB855BDA}" srcOrd="0" destOrd="0" presId="urn:microsoft.com/office/officeart/2009/3/layout/DescendingProcess"/>
    <dgm:cxn modelId="{2C9CAC54-124B-487B-A7DF-AADD23714EC5}" type="presOf" srcId="{0E91299D-F28C-4E72-9BD9-E62BBB6CAEAE}" destId="{660788C6-413D-439C-BB18-83FC2FC4C7D5}" srcOrd="0" destOrd="0" presId="urn:microsoft.com/office/officeart/2009/3/layout/DescendingProcess"/>
    <dgm:cxn modelId="{274AB78B-2D9A-4C4C-BFD6-DB169ACAF799}" srcId="{0E91299D-F28C-4E72-9BD9-E62BBB6CAEAE}" destId="{6E241533-2DBE-4848-B89F-5FC4E5DA3DDF}" srcOrd="2" destOrd="0" parTransId="{B65EA566-D559-48C8-9346-274A72DF037A}" sibTransId="{2E76B885-8E5F-4808-929F-EE2E2E3F275E}"/>
    <dgm:cxn modelId="{16F2104F-D806-49B7-A335-F365D1B2B81F}" type="presOf" srcId="{044ABBC9-B4D5-4B55-A717-9937FE8B7A97}" destId="{FED7B911-18C4-4C25-AEA0-D3FC990954E5}" srcOrd="0" destOrd="0" presId="urn:microsoft.com/office/officeart/2009/3/layout/DescendingProcess"/>
    <dgm:cxn modelId="{8761A40C-5BB0-49AA-B23D-B5822D863EBF}" type="presOf" srcId="{2E76B885-8E5F-4808-929F-EE2E2E3F275E}" destId="{8E522CD0-D61F-423A-9940-20BE6552B66F}" srcOrd="0" destOrd="0" presId="urn:microsoft.com/office/officeart/2009/3/layout/DescendingProcess"/>
    <dgm:cxn modelId="{F4563D79-E025-4BF0-BFFE-840492D04C6F}" srcId="{0E91299D-F28C-4E72-9BD9-E62BBB6CAEAE}" destId="{F4DA5779-1339-4AD7-80E5-D7C32B7F81EA}" srcOrd="3" destOrd="0" parTransId="{B08AB22D-A76A-4D30-8C13-37EDE4852C84}" sibTransId="{6F84EBC2-6AB5-4AE4-B090-1229CF22041A}"/>
    <dgm:cxn modelId="{2AE1F5FF-7263-4001-B349-F53578F99BA5}" type="presOf" srcId="{5AED0A01-000C-4B13-9771-002476D07123}" destId="{F9D15C5E-4141-4A31-BF1D-415781A0A1A9}" srcOrd="0" destOrd="0" presId="urn:microsoft.com/office/officeart/2009/3/layout/DescendingProcess"/>
    <dgm:cxn modelId="{ADFFDABA-ED4B-41E7-B7A4-4F74635E03F3}" type="presOf" srcId="{F4DA5779-1339-4AD7-80E5-D7C32B7F81EA}" destId="{C715E263-21AB-4BB4-B5BE-6D6FD6D9017E}" srcOrd="0" destOrd="0" presId="urn:microsoft.com/office/officeart/2009/3/layout/DescendingProcess"/>
    <dgm:cxn modelId="{A632EF2E-57BD-4966-A467-2F3F9E9C6897}" srcId="{0E91299D-F28C-4E72-9BD9-E62BBB6CAEAE}" destId="{B2F95C92-637E-4ED9-8C46-2B21166173A6}" srcOrd="0" destOrd="0" parTransId="{CAE89ABF-6DE8-41E1-B5F4-4DF9599772F1}" sibTransId="{66922103-22E4-444D-B306-A16521ADC5F1}"/>
    <dgm:cxn modelId="{8A780A53-A892-4C54-8CF0-9A37F381B799}" type="presOf" srcId="{6E241533-2DBE-4848-B89F-5FC4E5DA3DDF}" destId="{0867DF8E-FF49-4353-8BBF-28B845A2934D}" srcOrd="0" destOrd="0" presId="urn:microsoft.com/office/officeart/2009/3/layout/DescendingProcess"/>
    <dgm:cxn modelId="{59124E54-619F-45D2-962C-6F825C2DD3FE}" type="presParOf" srcId="{660788C6-413D-439C-BB18-83FC2FC4C7D5}" destId="{15A2C74F-1509-44D2-B98D-C3DCB5840E4B}" srcOrd="0" destOrd="0" presId="urn:microsoft.com/office/officeart/2009/3/layout/DescendingProcess"/>
    <dgm:cxn modelId="{23DE7888-A2B7-45D9-9474-F67750EC87EE}" type="presParOf" srcId="{660788C6-413D-439C-BB18-83FC2FC4C7D5}" destId="{45F67556-DAD8-417B-A9C0-C42BCB855BDA}" srcOrd="1" destOrd="0" presId="urn:microsoft.com/office/officeart/2009/3/layout/DescendingProcess"/>
    <dgm:cxn modelId="{F0F7E5CF-F151-4332-93A0-ABE8689C75C6}" type="presParOf" srcId="{660788C6-413D-439C-BB18-83FC2FC4C7D5}" destId="{FED7B911-18C4-4C25-AEA0-D3FC990954E5}" srcOrd="2" destOrd="0" presId="urn:microsoft.com/office/officeart/2009/3/layout/DescendingProcess"/>
    <dgm:cxn modelId="{077D5906-ABC3-4761-B7E6-A5B4AB6C1898}" type="presParOf" srcId="{660788C6-413D-439C-BB18-83FC2FC4C7D5}" destId="{8F01E8EB-FE21-4B8E-917D-F240DD7E616A}" srcOrd="3" destOrd="0" presId="urn:microsoft.com/office/officeart/2009/3/layout/DescendingProcess"/>
    <dgm:cxn modelId="{ABD3BD4C-1B24-4D16-B162-4F1C18CA01E2}" type="presParOf" srcId="{8F01E8EB-FE21-4B8E-917D-F240DD7E616A}" destId="{F9D15C5E-4141-4A31-BF1D-415781A0A1A9}" srcOrd="0" destOrd="0" presId="urn:microsoft.com/office/officeart/2009/3/layout/DescendingProcess"/>
    <dgm:cxn modelId="{8E6EB088-99F3-45D6-BA03-39D34035D383}" type="presParOf" srcId="{660788C6-413D-439C-BB18-83FC2FC4C7D5}" destId="{0867DF8E-FF49-4353-8BBF-28B845A2934D}" srcOrd="4" destOrd="0" presId="urn:microsoft.com/office/officeart/2009/3/layout/DescendingProcess"/>
    <dgm:cxn modelId="{FDC41E66-0D62-47A1-A07E-B0ED8AA746D8}" type="presParOf" srcId="{660788C6-413D-439C-BB18-83FC2FC4C7D5}" destId="{4F2C877F-1CA6-4702-8840-87042B1CDF6D}" srcOrd="5" destOrd="0" presId="urn:microsoft.com/office/officeart/2009/3/layout/DescendingProcess"/>
    <dgm:cxn modelId="{B5A132A1-00E7-4F12-A7B5-256BD459959F}" type="presParOf" srcId="{4F2C877F-1CA6-4702-8840-87042B1CDF6D}" destId="{8E522CD0-D61F-423A-9940-20BE6552B66F}" srcOrd="0" destOrd="0" presId="urn:microsoft.com/office/officeart/2009/3/layout/DescendingProcess"/>
    <dgm:cxn modelId="{1466A780-A5B7-4DC9-8521-F82B125D9D89}" type="presParOf" srcId="{660788C6-413D-439C-BB18-83FC2FC4C7D5}" destId="{C715E263-21AB-4BB4-B5BE-6D6FD6D9017E}" srcOrd="6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2C74F-1509-44D2-B98D-C3DCB5840E4B}">
      <dsp:nvSpPr>
        <dsp:cNvPr id="0" name=""/>
        <dsp:cNvSpPr/>
      </dsp:nvSpPr>
      <dsp:spPr>
        <a:xfrm rot="4396374">
          <a:off x="1709576" y="1082666"/>
          <a:ext cx="4696777" cy="3275416"/>
        </a:xfrm>
        <a:prstGeom prst="swooshArrow">
          <a:avLst>
            <a:gd name="adj1" fmla="val 16310"/>
            <a:gd name="adj2" fmla="val 313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D15C5E-4141-4A31-BF1D-415781A0A1A9}">
      <dsp:nvSpPr>
        <dsp:cNvPr id="0" name=""/>
        <dsp:cNvSpPr/>
      </dsp:nvSpPr>
      <dsp:spPr>
        <a:xfrm>
          <a:off x="3669495" y="1656163"/>
          <a:ext cx="118608" cy="118608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22CD0-D61F-423A-9940-20BE6552B66F}">
      <dsp:nvSpPr>
        <dsp:cNvPr id="0" name=""/>
        <dsp:cNvSpPr/>
      </dsp:nvSpPr>
      <dsp:spPr>
        <a:xfrm>
          <a:off x="4702475" y="2663246"/>
          <a:ext cx="118608" cy="118608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67556-DAD8-417B-A9C0-C42BCB855BDA}">
      <dsp:nvSpPr>
        <dsp:cNvPr id="0" name=""/>
        <dsp:cNvSpPr/>
      </dsp:nvSpPr>
      <dsp:spPr>
        <a:xfrm>
          <a:off x="1394718" y="0"/>
          <a:ext cx="2214384" cy="870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b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err="1" smtClean="0"/>
            <a:t>Học</a:t>
          </a:r>
          <a:r>
            <a:rPr lang="en-US" sz="5200" kern="1200" dirty="0" smtClean="0"/>
            <a:t> </a:t>
          </a:r>
          <a:r>
            <a:rPr lang="en-US" sz="5200" kern="1200" dirty="0" err="1" smtClean="0"/>
            <a:t>tập</a:t>
          </a:r>
          <a:endParaRPr lang="en-US" sz="5200" kern="1200" dirty="0"/>
        </a:p>
      </dsp:txBody>
      <dsp:txXfrm>
        <a:off x="1394718" y="0"/>
        <a:ext cx="2214384" cy="870519"/>
      </dsp:txXfrm>
    </dsp:sp>
    <dsp:sp modelId="{FED7B911-18C4-4C25-AEA0-D3FC990954E5}">
      <dsp:nvSpPr>
        <dsp:cNvPr id="0" name=""/>
        <dsp:cNvSpPr/>
      </dsp:nvSpPr>
      <dsp:spPr>
        <a:xfrm>
          <a:off x="4327281" y="1280208"/>
          <a:ext cx="3052260" cy="870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lvl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err="1" smtClean="0"/>
            <a:t>Thực</a:t>
          </a:r>
          <a:r>
            <a:rPr lang="en-US" sz="5200" kern="1200" dirty="0" smtClean="0"/>
            <a:t> </a:t>
          </a:r>
          <a:r>
            <a:rPr lang="en-US" sz="5200" kern="1200" dirty="0" err="1" smtClean="0"/>
            <a:t>hành</a:t>
          </a:r>
          <a:endParaRPr lang="en-US" sz="5200" kern="1200" dirty="0"/>
        </a:p>
      </dsp:txBody>
      <dsp:txXfrm>
        <a:off x="4327281" y="1280208"/>
        <a:ext cx="3052260" cy="870519"/>
      </dsp:txXfrm>
    </dsp:sp>
    <dsp:sp modelId="{0867DF8E-FF49-4353-8BBF-28B845A2934D}">
      <dsp:nvSpPr>
        <dsp:cNvPr id="0" name=""/>
        <dsp:cNvSpPr/>
      </dsp:nvSpPr>
      <dsp:spPr>
        <a:xfrm>
          <a:off x="1394718" y="2287290"/>
          <a:ext cx="2992411" cy="870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lvl="0" algn="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err="1" smtClean="0"/>
            <a:t>Đánh</a:t>
          </a:r>
          <a:r>
            <a:rPr lang="en-US" sz="5200" kern="1200" dirty="0" smtClean="0"/>
            <a:t> </a:t>
          </a:r>
          <a:r>
            <a:rPr lang="en-US" sz="5200" kern="1200" dirty="0" err="1" smtClean="0"/>
            <a:t>giá</a:t>
          </a:r>
          <a:endParaRPr lang="en-US" sz="5200" kern="1200" dirty="0"/>
        </a:p>
      </dsp:txBody>
      <dsp:txXfrm>
        <a:off x="1394718" y="2287290"/>
        <a:ext cx="2992411" cy="870519"/>
      </dsp:txXfrm>
    </dsp:sp>
    <dsp:sp modelId="{C715E263-21AB-4BB4-B5BE-6D6FD6D9017E}">
      <dsp:nvSpPr>
        <dsp:cNvPr id="0" name=""/>
        <dsp:cNvSpPr/>
      </dsp:nvSpPr>
      <dsp:spPr>
        <a:xfrm>
          <a:off x="4387130" y="4570229"/>
          <a:ext cx="2992411" cy="870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40" tIns="66040" rIns="66040" bIns="66040" numCol="1" spcCol="1270" anchor="t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err="1" smtClean="0"/>
            <a:t>Phát</a:t>
          </a:r>
          <a:r>
            <a:rPr lang="en-US" sz="5200" kern="1200" dirty="0" smtClean="0"/>
            <a:t> </a:t>
          </a:r>
          <a:r>
            <a:rPr lang="en-US" sz="5200" kern="1200" dirty="0" err="1" smtClean="0"/>
            <a:t>triển</a:t>
          </a:r>
          <a:endParaRPr lang="en-US" sz="5200" kern="1200" dirty="0"/>
        </a:p>
      </dsp:txBody>
      <dsp:txXfrm>
        <a:off x="4387130" y="4570229"/>
        <a:ext cx="2992411" cy="870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5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33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0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1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6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8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9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9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D131A-2DB4-425A-8A8F-F6CD22252F5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20DEE-65E9-4096-87BA-327E406DB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5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33652378"/>
              </p:ext>
            </p:extLst>
          </p:nvPr>
        </p:nvGraphicFramePr>
        <p:xfrm>
          <a:off x="1159497" y="386499"/>
          <a:ext cx="8774260" cy="54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147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2025-10-01T03:38:56Z</dcterms:created>
  <dcterms:modified xsi:type="dcterms:W3CDTF">2025-10-01T03:51:35Z</dcterms:modified>
</cp:coreProperties>
</file>